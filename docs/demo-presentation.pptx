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Noodles Crypto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End-to-End Data Pipeline with Python &amp; Power BI</a:t>
            </a:r>
          </a:p>
          <a:p>
            <a:r>
              <a:rPr lang="en-NZ" dirty="0"/>
              <a:t>Rakesh Tripathy</a:t>
            </a:r>
            <a:r>
              <a:rPr dirty="0"/>
              <a:t>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What: Automated analytics pipeline</a:t>
            </a:r>
          </a:p>
          <a:p>
            <a:r>
              <a:t>Why: Data-driven decisions</a:t>
            </a:r>
          </a:p>
          <a:p>
            <a:r>
              <a:t>How: Python ETL + SQL DW + Power BI</a:t>
            </a:r>
          </a:p>
          <a:p>
            <a:r>
              <a:t>Impact: 1M+ rows, &lt;5 min refresh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analysis is slow</a:t>
            </a:r>
          </a:p>
          <a:p>
            <a:r>
              <a:t>Need automation &amp; scalability</a:t>
            </a:r>
          </a:p>
          <a:p>
            <a:r>
              <a:t>Users: Executives, Traders, Analysts</a:t>
            </a:r>
          </a:p>
          <a:p>
            <a:r>
              <a:t>Goal: Daily actionable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JSON → ETL → Staging → Star Schema → Aggregations → Power BI</a:t>
            </a:r>
          </a:p>
          <a:p>
            <a:r>
              <a:rPr dirty="0"/>
              <a:t>Tools: Python, SQL Server, Power BI</a:t>
            </a:r>
          </a:p>
          <a:p>
            <a:r>
              <a:rPr dirty="0"/>
              <a:t>Automated daily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F2C85-E766-7AAF-2435-86F9586D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89264"/>
            <a:ext cx="5671457" cy="2737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22D996-A48E-B241-DD74-F153E9032267}"/>
              </a:ext>
            </a:extLst>
          </p:cNvPr>
          <p:cNvSpPr txBox="1"/>
          <p:nvPr/>
        </p:nvSpPr>
        <p:spPr>
          <a:xfrm>
            <a:off x="4441372" y="6398696"/>
            <a:ext cx="4702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Python 🐍pandas 🐼Database 🗄️Power BI 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 Schema</a:t>
            </a:r>
          </a:p>
          <a:p>
            <a:r>
              <a:t>Dimensions: Currency, Date, Platform</a:t>
            </a:r>
          </a:p>
          <a:p>
            <a:r>
              <a:t>Facts: Social Engagement</a:t>
            </a:r>
          </a:p>
          <a:p>
            <a:r>
              <a:t>Grain: 1 row per currency per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→ Transform → Load</a:t>
            </a:r>
          </a:p>
          <a:p>
            <a:r>
              <a:t>Logging + Error Handling</a:t>
            </a:r>
          </a:p>
          <a:p>
            <a:r>
              <a:t>100K rows/min</a:t>
            </a:r>
          </a:p>
          <a:p>
            <a:r>
              <a:t>~5 min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Checks: Nulls, duplicates, integrity</a:t>
            </a:r>
          </a:p>
          <a:p>
            <a:r>
              <a:t>Reject handling</a:t>
            </a:r>
          </a:p>
          <a:p>
            <a:r>
              <a:t>99.8% quality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Executive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Market Cap, Volume</a:t>
            </a:r>
          </a:p>
          <a:p>
            <a:r>
              <a:t>Interactive filters</a:t>
            </a:r>
          </a:p>
          <a:p>
            <a:r>
              <a:t>Drill-through enabled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E29FB-4773-9526-1434-8399B28B9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8229600" cy="3262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Performers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Gainers/Losers</a:t>
            </a:r>
          </a:p>
          <a:p>
            <a:r>
              <a:t>Dynamic Top N</a:t>
            </a:r>
          </a:p>
          <a:p>
            <a:r>
              <a:t>Insight: +25% weekly gains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DB5FFE-2FC3-3999-F876-985DA76E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42803"/>
            <a:ext cx="4145645" cy="2095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455D9C-7E1F-B2AE-D173-C410177E1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196" y="3526924"/>
            <a:ext cx="3780604" cy="21277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BTC dominance: 45%</a:t>
            </a:r>
          </a:p>
          <a:p>
            <a:r>
              <a:t>Engagement predicts price</a:t>
            </a:r>
          </a:p>
          <a:p>
            <a:r>
              <a:t>Volume precedes price</a:t>
            </a:r>
          </a:p>
          <a:p>
            <a:r>
              <a:t>Top 20 = 90% volume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Python: 1500+ lines</a:t>
            </a:r>
          </a:p>
          <a:p>
            <a:r>
              <a:t>SQL: 10+ tables/views</a:t>
            </a:r>
          </a:p>
          <a:p>
            <a:r>
              <a:t>Power BI: 20+ DAX</a:t>
            </a:r>
          </a:p>
          <a:p>
            <a:r>
              <a:t>&lt;5 min refresh</a:t>
            </a:r>
          </a:p>
          <a:p>
            <a:r>
              <a:t>99.8%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GitHub: your repo</a:t>
            </a:r>
          </a:p>
          <a:p>
            <a:r>
              <a:t>Demo video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253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Noodles Crypto Analytics Platform</vt:lpstr>
      <vt:lpstr>Executive Summary</vt:lpstr>
      <vt:lpstr>Business Problem</vt:lpstr>
      <vt:lpstr>Technical Architecture</vt:lpstr>
      <vt:lpstr>Data Model</vt:lpstr>
      <vt:lpstr>Python ETL Pipeline</vt:lpstr>
      <vt:lpstr>Data Quality &amp; Validation</vt:lpstr>
      <vt:lpstr>Power BI Executive Dashboard</vt:lpstr>
      <vt:lpstr>Top Performers Report</vt:lpstr>
      <vt:lpstr>Key Insights</vt:lpstr>
      <vt:lpstr>Technical Highlights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Rakesh Tripathy</cp:lastModifiedBy>
  <cp:revision>6</cp:revision>
  <dcterms:created xsi:type="dcterms:W3CDTF">2013-01-27T09:14:16Z</dcterms:created>
  <dcterms:modified xsi:type="dcterms:W3CDTF">2026-04-08T23:54:29Z</dcterms:modified>
  <cp:category/>
</cp:coreProperties>
</file>